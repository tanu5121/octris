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Oswald" panose="00000500000000000000" pitchFamily="2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J981gciAkakxYMNF0g1tVV9d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github.com/mauralievano/policing_and_crime_in_SF?utm_source=chatgpt.co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auralievano/policing_and_crime_in_SF" TargetMode="External"/><Relationship Id="rId5" Type="http://schemas.openxmlformats.org/officeDocument/2006/relationships/hyperlink" Target="https://github.com/Tadashi10x/IT332-RetailSense?utm_source=chatgpt.com" TargetMode="External"/><Relationship Id="rId4" Type="http://schemas.openxmlformats.org/officeDocument/2006/relationships/hyperlink" Target="https://github.com/priyanshukumari1000/ParkIntel-AI-Intelligent-Parking-Violation-Congestion-Impact-Analytics-Platform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4225" y="1576675"/>
            <a:ext cx="10363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 b="1">
                <a:solidFill>
                  <a:srgbClr val="FF99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VIKASIT NAGPUR HACKATHON 2026</a:t>
            </a:r>
            <a:endParaRPr sz="3200" b="1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1275" y="2307750"/>
            <a:ext cx="1044570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0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Name (Registered on portal): 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OCTRIS:Orange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City Traffic Intelligence System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0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Registration No (Received on </a:t>
            </a:r>
            <a:r>
              <a:rPr lang="en-US" sz="1800" dirty="0" err="1">
                <a:solidFill>
                  <a:schemeClr val="dk1"/>
                </a:solidFill>
              </a:rPr>
              <a:t>Whatsapp</a:t>
            </a:r>
            <a:r>
              <a:rPr lang="en-US" sz="1800" dirty="0">
                <a:solidFill>
                  <a:schemeClr val="dk1"/>
                </a:solidFill>
              </a:rPr>
              <a:t>): </a:t>
            </a:r>
            <a:r>
              <a:rPr lang="en-US" sz="1800" b="1" dirty="0">
                <a:solidFill>
                  <a:schemeClr val="dk1"/>
                </a:solidFill>
              </a:rPr>
              <a:t>PAR-260813-5499</a:t>
            </a:r>
            <a:endParaRPr sz="1800" b="1" dirty="0">
              <a:solidFill>
                <a:schemeClr val="dk1"/>
              </a:solidFill>
            </a:endParaRPr>
          </a:p>
          <a:p>
            <a:pPr marL="3420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(Existing):</a:t>
            </a:r>
            <a:r>
              <a:rPr lang="en-US" sz="1800" dirty="0">
                <a:solidFill>
                  <a:schemeClr val="dk1"/>
                </a:solidFill>
              </a:rPr>
              <a:t>Intelligent Traffic Management System</a:t>
            </a:r>
            <a:endParaRPr dirty="0"/>
          </a:p>
          <a:p>
            <a:pPr marL="3420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(Existing):</a:t>
            </a:r>
            <a:r>
              <a:rPr lang="en-US" sz="1800" b="1" dirty="0">
                <a:solidFill>
                  <a:schemeClr val="dk1"/>
                </a:solidFill>
              </a:rPr>
              <a:t>AI-Based Traffic Heatmap and Police Deployment Decision          Support for Nagpur City</a:t>
            </a:r>
            <a:endParaRPr b="1" dirty="0"/>
          </a:p>
          <a:p>
            <a:pPr marL="342000" lvl="0" algn="just"/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Solution Title (Existing):</a:t>
            </a:r>
            <a:r>
              <a:rPr lang="en-IN" sz="1800" b="1" dirty="0"/>
              <a:t>AI-Based Traffic Risk Heatmap and Police Deployment Decision Support System for Nagpur City</a:t>
            </a:r>
            <a:endParaRPr sz="1800" b="1" dirty="0"/>
          </a:p>
          <a:p>
            <a:pPr marL="342000" lvl="0" algn="just"/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Solution Title (Team):</a:t>
            </a:r>
            <a:r>
              <a:rPr lang="en-IN" sz="1800" b="1" dirty="0"/>
              <a:t>OCTRIS – AI-Powered Traffic Risk Intelligence &amp; Police Deployment System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0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Screenshot 2026-08-05 at 12.29.40 PM.png"/>
          <p:cNvPicPr preferRelativeResize="0"/>
          <p:nvPr/>
        </p:nvPicPr>
        <p:blipFill rotWithShape="1">
          <a:blip r:embed="rId5">
            <a:alphaModFix/>
          </a:blip>
          <a:srcRect l="289"/>
          <a:stretch/>
        </p:blipFill>
        <p:spPr>
          <a:xfrm>
            <a:off x="1261073" y="5359425"/>
            <a:ext cx="9937951" cy="12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 b="1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034800" y="2209325"/>
            <a:ext cx="9536100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>
                <a:solidFill>
                  <a:schemeClr val="accent1"/>
                </a:solidFill>
              </a:rPr>
              <a:t>SOLUTION – OCTRIS</a:t>
            </a:r>
          </a:p>
          <a:p>
            <a:endParaRPr lang="en-IN" sz="1800" b="1" dirty="0">
              <a:solidFill>
                <a:schemeClr val="accent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AI Risk Scoring:</a:t>
            </a:r>
            <a:r>
              <a:rPr lang="en-IN" sz="1800" dirty="0"/>
              <a:t> Analyses traffic, accidents, violations &amp; road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Smart Heatmap:</a:t>
            </a:r>
            <a:r>
              <a:rPr lang="en-IN" sz="1800" dirty="0"/>
              <a:t> Displays </a:t>
            </a:r>
            <a:r>
              <a:rPr lang="en-IN" sz="1800" b="1" dirty="0"/>
              <a:t>Low/Medium/High-risk</a:t>
            </a:r>
            <a:r>
              <a:rPr lang="en-IN" sz="1800" dirty="0"/>
              <a:t> zones.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Police Deployment:</a:t>
            </a:r>
            <a:r>
              <a:rPr lang="en-IN" sz="1800" dirty="0"/>
              <a:t> Detects </a:t>
            </a:r>
            <a:r>
              <a:rPr lang="en-IN" sz="1800" b="1" dirty="0"/>
              <a:t>under-covered high-risk areas</a:t>
            </a:r>
            <a:r>
              <a:rPr lang="en-IN" sz="1800" dirty="0"/>
              <a:t> and recommends deployment.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Dynamic Updates:</a:t>
            </a:r>
            <a:r>
              <a:rPr lang="en-IN" sz="1800" dirty="0"/>
              <a:t> Adapts to </a:t>
            </a:r>
            <a:r>
              <a:rPr lang="en-IN" sz="1800" b="1" dirty="0"/>
              <a:t>accidents, congestion &amp; roadblocks</a:t>
            </a:r>
            <a:r>
              <a:rPr lang="en-IN" sz="18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Innovation:</a:t>
            </a:r>
            <a:r>
              <a:rPr lang="en-IN" sz="1800" dirty="0"/>
              <a:t> </a:t>
            </a:r>
            <a:r>
              <a:rPr lang="en-IN" sz="1800" b="1" dirty="0"/>
              <a:t>Explainable AI + What-if Simulation + Human Override</a:t>
            </a:r>
            <a:r>
              <a:rPr lang="en-IN" sz="1800" dirty="0"/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792150" y="1442025"/>
            <a:ext cx="614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400"/>
            </a:pPr>
            <a:r>
              <a:rPr lang="en-US" sz="2400" b="1" dirty="0">
                <a:solidFill>
                  <a:schemeClr val="accent6"/>
                </a:solidFill>
              </a:rPr>
              <a:t>OCTRIS</a:t>
            </a:r>
          </a:p>
          <a:p>
            <a:pPr lvl="0" algn="ctr">
              <a:buSzPts val="1400"/>
            </a:pPr>
            <a:r>
              <a:rPr lang="en-US" sz="1800" b="1" dirty="0">
                <a:solidFill>
                  <a:schemeClr val="accent6"/>
                </a:solidFill>
              </a:rPr>
              <a:t>Orange City Traffic Intelligence System</a:t>
            </a:r>
            <a:endParaRPr sz="1800" b="0" i="0" u="none" strike="noStrike" cap="none" dirty="0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3493825" y="1537451"/>
            <a:ext cx="40830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09599" y="2338800"/>
            <a:ext cx="1018621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Technologies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Python, Scikit-learn</a:t>
            </a:r>
            <a:r>
              <a:rPr lang="en-IN" sz="1800" dirty="0"/>
              <a:t> – AI/ML &amp; Risk Prediction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React.js + </a:t>
            </a:r>
            <a:r>
              <a:rPr lang="en-IN" sz="1800" b="1" dirty="0" err="1"/>
              <a:t>FastAPI</a:t>
            </a:r>
            <a:r>
              <a:rPr lang="en-IN" sz="1800" dirty="0"/>
              <a:t> – Dashboard &amp; Backend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PostgreSQL/</a:t>
            </a:r>
            <a:r>
              <a:rPr lang="en-IN" sz="1800" b="1" dirty="0" err="1"/>
              <a:t>PostGIS</a:t>
            </a:r>
            <a:r>
              <a:rPr lang="en-IN" sz="1800" dirty="0"/>
              <a:t> – Data &amp; Location Storage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GIS/Map API</a:t>
            </a:r>
            <a:r>
              <a:rPr lang="en-IN" sz="1800" dirty="0"/>
              <a:t> – Traffic Heatmap</a:t>
            </a:r>
          </a:p>
          <a:p>
            <a:endParaRPr lang="en-IN" sz="1800" b="1" dirty="0"/>
          </a:p>
          <a:p>
            <a:r>
              <a:rPr lang="en-IN" sz="1800" b="1" dirty="0"/>
              <a:t>Implementation Flow</a:t>
            </a:r>
            <a:br>
              <a:rPr lang="en-IN" sz="1800" dirty="0"/>
            </a:br>
            <a:r>
              <a:rPr lang="en-IN" sz="1800" b="1" dirty="0"/>
              <a:t>Data Collection → Processing → AI Risk Score → Heatmap → Deployment Recommendation → Dashboard</a:t>
            </a:r>
            <a:endParaRPr lang="en-IN" sz="1800" dirty="0"/>
          </a:p>
          <a:p>
            <a:endParaRPr lang="en-IN" sz="1800" b="1" dirty="0"/>
          </a:p>
          <a:p>
            <a:r>
              <a:rPr lang="en-IN" sz="1800" b="1" dirty="0"/>
              <a:t>Prototype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Interactive </a:t>
            </a:r>
            <a:r>
              <a:rPr lang="en-IN" sz="1800" b="1" dirty="0"/>
              <a:t>Nagpur Risk Heatmap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AI-based Police Deployment</a:t>
            </a:r>
            <a:r>
              <a:rPr lang="en-IN" sz="1800" dirty="0"/>
              <a:t> recommendations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What-if Incident Simulation</a:t>
            </a:r>
            <a:r>
              <a:rPr lang="en-IN" sz="1800" dirty="0"/>
              <a:t> + human approval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273628" y="2288280"/>
            <a:ext cx="7217229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Practical Analysis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Test with </a:t>
            </a:r>
            <a:r>
              <a:rPr lang="en-IN" sz="1800" b="1" dirty="0"/>
              <a:t>Nagpur traffic &amp; incident data</a:t>
            </a:r>
            <a:r>
              <a:rPr lang="en-IN" sz="18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Validate </a:t>
            </a:r>
            <a:r>
              <a:rPr lang="en-IN" sz="1800" b="1" dirty="0"/>
              <a:t>risk scores and deployment recommendations</a:t>
            </a:r>
            <a:r>
              <a:rPr lang="en-IN" sz="1800" dirty="0"/>
              <a:t>. </a:t>
            </a:r>
          </a:p>
          <a:p>
            <a:endParaRPr lang="en-IN" sz="1800" b="1" dirty="0"/>
          </a:p>
          <a:p>
            <a:r>
              <a:rPr lang="en-IN" sz="1800" b="1" dirty="0"/>
              <a:t>Challenges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Limited/real-time data availability.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Data accuracy &amp; privacy.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Changing traffic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AI prediction reliability. </a:t>
            </a:r>
          </a:p>
          <a:p>
            <a:endParaRPr lang="en-IN" sz="1800" b="1" dirty="0"/>
          </a:p>
          <a:p>
            <a:r>
              <a:rPr lang="en-IN" sz="1800" b="1" dirty="0"/>
              <a:t>Strategies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Use </a:t>
            </a:r>
            <a:r>
              <a:rPr lang="en-IN" sz="1800" b="1" dirty="0"/>
              <a:t>public + simulated data</a:t>
            </a:r>
            <a:r>
              <a:rPr lang="en-IN" sz="1800" dirty="0"/>
              <a:t> initially.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Apply </a:t>
            </a:r>
            <a:r>
              <a:rPr lang="en-IN" sz="1800" b="1" dirty="0"/>
              <a:t>data validation &amp; anonymisation</a:t>
            </a:r>
            <a:r>
              <a:rPr lang="en-IN" sz="18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Continuously update the model with new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Keep </a:t>
            </a:r>
            <a:r>
              <a:rPr lang="en-IN" sz="1800" b="1" dirty="0"/>
              <a:t>human verification/override</a:t>
            </a:r>
            <a:r>
              <a:rPr lang="en-IN" sz="1800" dirty="0"/>
              <a:t> for decisions.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493650" y="2119996"/>
            <a:ext cx="852522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Target Audience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Police:</a:t>
            </a:r>
            <a:r>
              <a:rPr lang="en-IN" sz="1800" dirty="0"/>
              <a:t> Faster, smarter deployment.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Citizens:</a:t>
            </a:r>
            <a:r>
              <a:rPr lang="en-IN" sz="1800" dirty="0"/>
              <a:t> Safer and smoother traffic.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Authorities:</a:t>
            </a:r>
            <a:r>
              <a:rPr lang="en-IN" sz="1800" dirty="0"/>
              <a:t> Data-driven decision-making.</a:t>
            </a:r>
          </a:p>
          <a:p>
            <a:endParaRPr lang="en-IN" sz="1800" b="1" dirty="0"/>
          </a:p>
          <a:p>
            <a:r>
              <a:rPr lang="en-IN" sz="1800" b="1" dirty="0"/>
              <a:t>Benefits / SDGs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Reduced congestion &amp; response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Improved road safety.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Efficient use of police resources.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SDG 11:</a:t>
            </a:r>
            <a:r>
              <a:rPr lang="en-IN" sz="1800" dirty="0"/>
              <a:t> Sustainable Cities &amp; Communities.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SDG 3:</a:t>
            </a:r>
            <a:r>
              <a:rPr lang="en-IN" sz="1800" dirty="0"/>
              <a:t> Good Health &amp; Well-being.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92628" y="2098577"/>
            <a:ext cx="93853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Policing &amp; Crime in SF</a:t>
            </a:r>
            <a:r>
              <a:rPr lang="en-IN" sz="1800" dirty="0"/>
              <a:t> – Police redeployment &amp; crime-data analysis. </a:t>
            </a:r>
            <a:r>
              <a:rPr lang="en-IN" sz="1800" dirty="0">
                <a:hlinkClick r:id="rId3"/>
              </a:rPr>
              <a:t>GitHub Repository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ParkIntel</a:t>
            </a:r>
            <a:r>
              <a:rPr lang="en-IN" sz="1800" b="1" dirty="0"/>
              <a:t> AI</a:t>
            </a:r>
            <a:r>
              <a:rPr lang="en-IN" sz="1800" dirty="0"/>
              <a:t> – AI-based hotspot detection, heatmaps &amp; enforcement recommendations. </a:t>
            </a:r>
            <a:r>
              <a:rPr lang="en-IN" sz="1800" dirty="0">
                <a:hlinkClick r:id="rId4"/>
              </a:rPr>
              <a:t>GitHub Repository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RetailSense</a:t>
            </a:r>
            <a:r>
              <a:rPr lang="en-IN" sz="1800" dirty="0"/>
              <a:t> – AI heatmap generation &amp; spatial analytics using movement data. </a:t>
            </a:r>
            <a:r>
              <a:rPr lang="en-IN" sz="1800" dirty="0">
                <a:hlinkClick r:id="rId5"/>
              </a:rPr>
              <a:t>GitHub Repository</a:t>
            </a:r>
            <a:endParaRPr lang="en-IN" sz="1800" dirty="0"/>
          </a:p>
          <a:p>
            <a:endParaRPr lang="en-IN" sz="1800" b="1" dirty="0"/>
          </a:p>
          <a:p>
            <a:r>
              <a:rPr lang="en-IN" sz="1800" b="1" dirty="0"/>
              <a:t>Research Focus:</a:t>
            </a:r>
            <a:r>
              <a:rPr lang="en-IN" sz="1800" dirty="0"/>
              <a:t> Heatmap generation, hotspot detection, spatial analysis and data-driven resource deployment. (</a:t>
            </a:r>
            <a:r>
              <a:rPr lang="en-IN" sz="1800" dirty="0">
                <a:hlinkClick r:id="rId6" tooltip="GitHub - mauralievano/policing_and_crime_in_SF: Analysis of police officers redeployment in 2017 · GitHub"/>
              </a:rPr>
              <a:t>github.com</a:t>
            </a:r>
            <a:r>
              <a:rPr lang="en-IN" sz="1800" dirty="0"/>
              <a:t>)</a:t>
            </a:r>
            <a:endParaRPr lang="en-IN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800"/>
            </a:pPr>
            <a:r>
              <a:rPr lang="en-US" sz="1800" b="1" dirty="0" err="1"/>
              <a:t>Vikasit</a:t>
            </a:r>
            <a:r>
              <a:rPr lang="en-US" sz="1800" b="1" dirty="0"/>
              <a:t> Nagpur 2026 Guidelines</a:t>
            </a:r>
            <a:r>
              <a:rPr lang="en-US" sz="1800" dirty="0"/>
              <a:t>: Smart City Emergency Infrastructure &amp; CAD Command Frameworks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 title="Screenshot 2026-08-05 at 12.39.28 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458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Times New Roman</vt:lpstr>
      <vt:lpstr>Oswald</vt:lpstr>
      <vt:lpstr>Office Theme</vt:lpstr>
      <vt:lpstr>VIKASIT NAGPUR HACKATHON 2026</vt:lpstr>
      <vt:lpstr>  </vt:lpstr>
      <vt:lpstr>TECHNICAL APPROACH</vt:lpstr>
      <vt:lpstr>PRACTICAL IMPLEMENTATION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Yashaswee Dhakulkar</cp:lastModifiedBy>
  <cp:revision>3</cp:revision>
  <dcterms:created xsi:type="dcterms:W3CDTF">2013-12-12T18:46:50Z</dcterms:created>
  <dcterms:modified xsi:type="dcterms:W3CDTF">2026-08-17T15:47:42Z</dcterms:modified>
</cp:coreProperties>
</file>